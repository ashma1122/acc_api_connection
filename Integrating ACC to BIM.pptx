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CF2D-8F57-4086-8816-7786DCD80E2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8E27-023D-4289-8E3B-7A79551BB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42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CF2D-8F57-4086-8816-7786DCD80E2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8E27-023D-4289-8E3B-7A79551BB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96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CF2D-8F57-4086-8816-7786DCD80E2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8E27-023D-4289-8E3B-7A79551BB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87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CF2D-8F57-4086-8816-7786DCD80E2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8E27-023D-4289-8E3B-7A79551BB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26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CF2D-8F57-4086-8816-7786DCD80E2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8E27-023D-4289-8E3B-7A79551BB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042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CF2D-8F57-4086-8816-7786DCD80E2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8E27-023D-4289-8E3B-7A79551BB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62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CF2D-8F57-4086-8816-7786DCD80E2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8E27-023D-4289-8E3B-7A79551BB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CF2D-8F57-4086-8816-7786DCD80E2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8E27-023D-4289-8E3B-7A79551BB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38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CF2D-8F57-4086-8816-7786DCD80E2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8E27-023D-4289-8E3B-7A79551BB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33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CF2D-8F57-4086-8816-7786DCD80E2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8E27-023D-4289-8E3B-7A79551BB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86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CF2D-8F57-4086-8816-7786DCD80E2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A8E27-023D-4289-8E3B-7A79551BB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7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DCF2D-8F57-4086-8816-7786DCD80E2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A8E27-023D-4289-8E3B-7A79551BB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95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.autodesk.com/view/DOCS/ENU/?guid=Executive_Overview" TargetMode="External"/><Relationship Id="rId2" Type="http://schemas.openxmlformats.org/officeDocument/2006/relationships/hyperlink" Target="https://help.autodesk.com/view/DOCS/ENU/?guid=Project_Administrati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autodesk.com/view/DOCS/ENU/?guid=Data_Connecto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autodesk.com/view/DOCS/ENU/?guid=Data_Connector#extracted-dat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Integrating ACC to BIM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17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Account with </a:t>
            </a:r>
            <a:r>
              <a:rPr lang="en-US" dirty="0" smtClean="0">
                <a:solidFill>
                  <a:srgbClr val="FF0000"/>
                </a:solidFill>
              </a:rPr>
              <a:t>Executive Overview</a:t>
            </a:r>
            <a:r>
              <a:rPr lang="en-US" dirty="0" smtClean="0"/>
              <a:t> access </a:t>
            </a:r>
          </a:p>
          <a:p>
            <a:r>
              <a:rPr lang="en-US" dirty="0" smtClean="0"/>
              <a:t>Using </a:t>
            </a:r>
            <a:r>
              <a:rPr lang="en-US" i="1" dirty="0" smtClean="0">
                <a:solidFill>
                  <a:srgbClr val="FF0000"/>
                </a:solidFill>
              </a:rPr>
              <a:t>Autodesk Data Connector </a:t>
            </a:r>
            <a:r>
              <a:rPr lang="en-US" dirty="0" smtClean="0"/>
              <a:t>in </a:t>
            </a:r>
            <a:r>
              <a:rPr lang="en-US" dirty="0" smtClean="0">
                <a:solidFill>
                  <a:srgbClr val="FF0000"/>
                </a:solidFill>
              </a:rPr>
              <a:t>Insight</a:t>
            </a:r>
            <a:r>
              <a:rPr lang="en-US" dirty="0" smtClean="0"/>
              <a:t> module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Data Connector allows </a:t>
            </a:r>
            <a:r>
              <a:rPr lang="en-US" u="sng" dirty="0" smtClean="0">
                <a:hlinkClick r:id="rId2"/>
              </a:rPr>
              <a:t>project administrators</a:t>
            </a:r>
            <a:r>
              <a:rPr lang="en-US" dirty="0" smtClean="0"/>
              <a:t> and members with </a:t>
            </a:r>
            <a:r>
              <a:rPr lang="en-US" u="sng" dirty="0" smtClean="0">
                <a:hlinkClick r:id="rId3"/>
              </a:rPr>
              <a:t>executive overview</a:t>
            </a:r>
            <a:r>
              <a:rPr lang="en-US" dirty="0" smtClean="0"/>
              <a:t> access to extract data from projects by running or scheduling data extractions</a:t>
            </a:r>
            <a:endParaRPr lang="en-US" dirty="0" smtClean="0"/>
          </a:p>
          <a:p>
            <a:r>
              <a:rPr lang="en-US" dirty="0" smtClean="0"/>
              <a:t>Run Extraction / Schedule – to extract data from project level or account level</a:t>
            </a:r>
          </a:p>
          <a:p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1268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9700" y="0"/>
            <a:ext cx="8064500" cy="673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86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Insight / </a:t>
            </a:r>
            <a:r>
              <a:rPr lang="en-US" b="1" dirty="0" smtClean="0">
                <a:hlinkClick r:id="rId2"/>
              </a:rPr>
              <a:t>Data Connector</a:t>
            </a:r>
            <a:endParaRPr lang="en-US" b="1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41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DOCS Help | Data Connector | Autodesk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235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33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Integrating ACC to BIM</vt:lpstr>
      <vt:lpstr>Requirements</vt:lpstr>
      <vt:lpstr>PowerPoint Presentation</vt:lpstr>
      <vt:lpstr>PowerPoint Presentation</vt:lpstr>
      <vt:lpstr>Reference Links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Integrating ACC to BIM</dc:title>
  <dc:creator>Praveena Raju</dc:creator>
  <cp:lastModifiedBy>Praveena Raju</cp:lastModifiedBy>
  <cp:revision>3</cp:revision>
  <dcterms:created xsi:type="dcterms:W3CDTF">2024-11-13T12:26:17Z</dcterms:created>
  <dcterms:modified xsi:type="dcterms:W3CDTF">2024-11-13T13:59:11Z</dcterms:modified>
</cp:coreProperties>
</file>